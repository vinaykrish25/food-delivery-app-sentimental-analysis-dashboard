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003" autoAdjust="0"/>
  </p:normalViewPr>
  <p:slideViewPr>
    <p:cSldViewPr snapToGrid="0">
      <p:cViewPr varScale="1">
        <p:scale>
          <a:sx n="69" d="100"/>
          <a:sy n="69" d="100"/>
        </p:scale>
        <p:origin x="6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293090"/>
            <a:ext cx="11684000" cy="1376219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Food Delivery App Sentimental Analysis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78431" y="3054157"/>
            <a:ext cx="6987645" cy="1804169"/>
          </a:xfrm>
        </p:spPr>
        <p:txBody>
          <a:bodyPr>
            <a:noAutofit/>
          </a:bodyPr>
          <a:lstStyle/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B.Vinaykrishna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R.Lingeswaran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N.Soundar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47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4" y="685800"/>
            <a:ext cx="9278940" cy="107632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Business Analytics?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24084" y="1790700"/>
            <a:ext cx="92789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analytics is essentially the use of data to improve business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collecting and analyzing information from various sources to uncover trends, patterns, and insights that can help businesses operate more efficiently and profitably.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aspects: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and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AutoNum type="arabicParenR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78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09" y="609601"/>
            <a:ext cx="10018713" cy="1752599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8609" y="2266950"/>
            <a:ext cx="10018713" cy="250507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is a collection of tools from Microsoft that lets you turn data from various sources into visually appealing and interactive insights. Imagine it as a business intelligence (BI) platform that helps you analyze and understand your data to make better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58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8850" y="461963"/>
            <a:ext cx="9502774" cy="54292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8850" y="1004887"/>
            <a:ext cx="9817099" cy="6248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outlines the development of a Power BI dashboard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sentiment towards food delivery apps. By leveraging customer reviews and sentiment analysis, the dashboard provides valuable insights for app companies.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reviews containing text and ratings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Sentiment analysis categorizes these reviews as positive, negative, or neutral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Visualizations display overall sentiment, sentiment by app, trending themes, and the relationship between sentiment and ratings. Users can filter by app, timeframe, or keywords for a deeper dive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helps app companies understand customer satisfaction, identify areas for improvement, compare competitor performance, and track sentiment over time. This empowers data-driven decision making to enhance customer experience and gain a competitive edge.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Desktop facilitates data import, transformation, visualization, and sentiment analysis using built-in tools or external APIs.</a:t>
            </a:r>
          </a:p>
        </p:txBody>
      </p:sp>
    </p:spTree>
    <p:extLst>
      <p:ext uri="{BB962C8B-B14F-4D97-AF65-F5344CB8AC3E}">
        <p14:creationId xmlns:p14="http://schemas.microsoft.com/office/powerpoint/2010/main" val="45757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068" y="180879"/>
            <a:ext cx="7373360" cy="59112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8066" y="772005"/>
            <a:ext cx="9363365" cy="608599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Breakdown: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Visualize the overall sentiment distribution across all apps (positive, negative, neutral).</a:t>
            </a:r>
          </a:p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Comparison: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sentiment trends for individual food delivery apps.</a:t>
            </a:r>
          </a:p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Thematic Analysis: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key themes through word clouds for positive and negative reviews.</a:t>
            </a:r>
          </a:p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Trends: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sentiment changes over time (monthly, quarterly) to gauge user perception.</a:t>
            </a:r>
          </a:p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Exploration: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drill down and explore sample reviews categorized by sentiment for specific apps.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Improved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areas for improvement based on customer feedback.</a:t>
            </a:r>
          </a:p>
          <a:p>
            <a:pPr marL="0" lv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Data-Driven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sentiment trends to measure the impact of changes or campaigns.</a:t>
            </a:r>
          </a:p>
          <a:p>
            <a:pPr marL="0" lv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Competitive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against competitor apps and identify areas for differentiation.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Power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Desktop: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primary platform for building the interactive dashboard with insightful visualizations.</a:t>
            </a:r>
          </a:p>
          <a:p>
            <a:pPr marL="0" lv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Sentiment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 Power BI's built-in capabilities or integrate with external APIs</a:t>
            </a:r>
          </a:p>
        </p:txBody>
      </p:sp>
    </p:spTree>
    <p:extLst>
      <p:ext uri="{BB962C8B-B14F-4D97-AF65-F5344CB8AC3E}">
        <p14:creationId xmlns:p14="http://schemas.microsoft.com/office/powerpoint/2010/main" val="164745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0644" y="220134"/>
            <a:ext cx="10018713" cy="736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0644" y="1490133"/>
            <a:ext cx="10496023" cy="5054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should provide insights into customer sentiment towards various aspects of food delivery apps. Here are some suggested visualizations: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Overall Sentiment: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pie chart or donut chart displaying the distribution of positive, negative, and neutral reviews across all apps.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Sentiment by App: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 chart comparing the percentage of positive, negative, and neutral reviews for each food delivery app.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Word Cloud: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word cloud highlighting the most frequently used words in positive and negative reviews, allowing for quick identification of key themes.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Sentiment Over Time: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chart showing how sentiment towards each app changes over time (monthly, quarterly).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Reviews by Rating: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scatter plot or table visualizing the relationship between sentiment score and numerical rating provided by the customer.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763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 Desktop: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primary tool for building the dashboard.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Import and Transformation: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(Product.xlsx) and (SalesData.xlsx)</a:t>
            </a:r>
          </a:p>
          <a:p>
            <a:pPr marL="0" indent="0">
              <a:buNone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Power BI's built-in sentiment analysis or integrate with external sentiment analysis APIs.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Power BI's extensive library of charts and graphs to create insightful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341667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will provide valuable insights for food delivery app companies, such as: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Understanding customer satisfaction with different aspects of the service (delivery speed, restaurant selection, customer support).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Identifying areas for improvement based on negative sentiment.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Comparing performance against competitor apps.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Tracking sentiment over time to measure the impact of changes or campaigns.</a:t>
            </a:r>
          </a:p>
        </p:txBody>
      </p:sp>
    </p:spTree>
    <p:extLst>
      <p:ext uri="{BB962C8B-B14F-4D97-AF65-F5344CB8AC3E}">
        <p14:creationId xmlns:p14="http://schemas.microsoft.com/office/powerpoint/2010/main" val="3061423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social media data to capture a broader spectrum 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sentiment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by category (e.g., delivery speed, restaurant selection) for more granular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machine learning techniques for predicting future sentiment trends.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3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9730" y="711200"/>
            <a:ext cx="10018713" cy="1099127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730" y="2205182"/>
            <a:ext cx="5062195" cy="28655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644" y="2205182"/>
            <a:ext cx="5061600" cy="283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86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106</TotalTime>
  <Words>711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Corbel</vt:lpstr>
      <vt:lpstr>Times New Roman</vt:lpstr>
      <vt:lpstr>Wingdings</vt:lpstr>
      <vt:lpstr>Parallax</vt:lpstr>
      <vt:lpstr>Food Delivery App Sentimental Analysis</vt:lpstr>
      <vt:lpstr>What is Business Analytics?</vt:lpstr>
      <vt:lpstr>Power BI</vt:lpstr>
      <vt:lpstr>Abstract of the project</vt:lpstr>
      <vt:lpstr>Key Components</vt:lpstr>
      <vt:lpstr>Dashboard Design</vt:lpstr>
      <vt:lpstr>Tools and Techniques</vt:lpstr>
      <vt:lpstr>Benefits</vt:lpstr>
      <vt:lpstr>Future Enhancements</vt:lpstr>
      <vt:lpstr>Output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App Sentimental Analysis</dc:title>
  <dc:creator>ACER</dc:creator>
  <cp:lastModifiedBy>ACER</cp:lastModifiedBy>
  <cp:revision>11</cp:revision>
  <dcterms:created xsi:type="dcterms:W3CDTF">2024-04-27T08:52:36Z</dcterms:created>
  <dcterms:modified xsi:type="dcterms:W3CDTF">2024-05-02T14:11:09Z</dcterms:modified>
</cp:coreProperties>
</file>