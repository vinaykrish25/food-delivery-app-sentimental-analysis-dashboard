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4003" autoAdjust="0"/>
  </p:normalViewPr>
  <p:slideViewPr>
    <p:cSldViewPr snapToGrid="0">
      <p:cViewPr varScale="1">
        <p:scale>
          <a:sx n="69" d="100"/>
          <a:sy n="69" d="100"/>
        </p:scale>
        <p:origin x="6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293090"/>
            <a:ext cx="11684000" cy="1376219"/>
          </a:xfrm>
        </p:spPr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Food Delivery App Sentimental Analysis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78431" y="3054157"/>
            <a:ext cx="6987645" cy="1804169"/>
          </a:xfrm>
        </p:spPr>
        <p:txBody>
          <a:bodyPr>
            <a:noAutofit/>
          </a:bodyPr>
          <a:lstStyle/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B.Vinaykrishna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R.Lingeswaran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N.Soundar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47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4084" y="685800"/>
            <a:ext cx="9278940" cy="1076325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Business Analytics?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224084" y="1790700"/>
            <a:ext cx="927894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analytics is essentially the use of data to improve business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involves collecting and analyzing information from various sources to uncover trends, patterns, and insights that can help businesses operate more efficiently and profitably.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aspects: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and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  <a:endParaRPr kumimoji="0" lang="en-US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878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09" y="609601"/>
            <a:ext cx="10018713" cy="1752599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8609" y="2266950"/>
            <a:ext cx="10018713" cy="25050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is a collection of tools from Microsoft that lets you turn data from various sources into visually appealing and interactive insights. Imagine it as a business intelligence (BI) platform that helps you analyze and understand your data to make better decisions.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583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8850" y="461963"/>
            <a:ext cx="9502774" cy="54292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of the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8850" y="1004887"/>
            <a:ext cx="9817099" cy="6248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outlines the development of a Power BI dashboard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sentiment towards food delivery apps. By leveraging customer reviews and sentiment analysis, the dashboard provides valuable insights for app companies.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reviews containing text and ratings are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Sentiment analysis categorizes these reviews as positive, negative, or neutral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Visualizations display overall sentiment, sentiment by app, trending themes, and the relationship between sentiment and ratings. Users can filter by app, timeframe, or keywords for a deeper dive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helps app companies understand customer satisfaction, identify areas for improvement, compare competitor performance, and track sentiment over time. This empowers data-driven decision making to enhance customer experience and gain a competitive edge.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Desktop facilitates data import, transformation, visualization, and sentiment analysis using built-in tools or external APIs.</a:t>
            </a:r>
          </a:p>
        </p:txBody>
      </p:sp>
    </p:spTree>
    <p:extLst>
      <p:ext uri="{BB962C8B-B14F-4D97-AF65-F5344CB8AC3E}">
        <p14:creationId xmlns:p14="http://schemas.microsoft.com/office/powerpoint/2010/main" val="457570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103</TotalTime>
  <Words>219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Corbel</vt:lpstr>
      <vt:lpstr>Times New Roman</vt:lpstr>
      <vt:lpstr>Parallax</vt:lpstr>
      <vt:lpstr>Food Delivery App Sentimental Analysis</vt:lpstr>
      <vt:lpstr>What is Business Analytics?</vt:lpstr>
      <vt:lpstr>Power BI</vt:lpstr>
      <vt:lpstr>Abstract of the project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App Sentimental Analysis</dc:title>
  <dc:creator>ACER</dc:creator>
  <cp:lastModifiedBy>ACER</cp:lastModifiedBy>
  <cp:revision>12</cp:revision>
  <dcterms:created xsi:type="dcterms:W3CDTF">2024-04-27T08:52:36Z</dcterms:created>
  <dcterms:modified xsi:type="dcterms:W3CDTF">2024-04-28T07:56:27Z</dcterms:modified>
</cp:coreProperties>
</file>